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Split-Tunnel VPN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Claude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only Claude traffic through Surfshark VPN using WireGuard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926080" y="420624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292608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Split-Tunnel VPN?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directly through your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internet connection.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VPN overhead.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37160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E8F5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Traffic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through Surfshark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tunnel for privacy.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claude.ai &amp; anthropic.com.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only Anthropic's IP range (160.79.104.0/23) goes through the VPN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Surfshark subscription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468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PC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566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3566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for Windows (standalone client)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4206240"/>
            <a:ext cx="694944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06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WireGuard: wireguard.com/install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Get WireGuard Credentials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 in to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my.surfshark.com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Go to VPN → Manual Setup → Router → WireGuard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"Generate New Key Pair"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these three values: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97280" y="3017520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KEx2XMnl...s9NjlE=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0" y="3611880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Public Key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3611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8xZ1a/gS...16dAg=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97280" y="4206240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Address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uk-lon.prod.surfshark.com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Install WireGuard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14400" y="1280160"/>
            <a:ext cx="7315200" cy="2926080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46304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Visit  wireguard.com/install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Download "Windows Installer"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the installer (no special options needed)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Launch WireGuard after installation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standalone WireGuard client — not Surfshark's built-in 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Create Config File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 claude-only.conf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1B243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544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[Interface]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= 10.14.0.2/16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PrivateKey = &lt;your-private-key&gt;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[Peer]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PublicKey = &lt;server-public-key&gt;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 = &lt;server-address&gt;:51820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AllowedIPs = 160.79.104.0/23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PersistentKeepalive = 25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line: AllowedIPs = 160.79.104.0/23  →  only Anthropic IPs use the tunnel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Import &amp; Activate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97280" y="128016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Shape 2"/>
          <p:cNvSpPr/>
          <p:nvPr/>
        </p:nvSpPr>
        <p:spPr>
          <a:xfrm>
            <a:off x="13716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3120" y="1280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WireGuard app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210312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0312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"Import tunnel(s) from file"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97280" y="292608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137160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03120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claude-only.conf file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97280" y="374904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137160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1371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10312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"Activate" to connect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457200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92608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That's it — Claude traffic is now VPN-protected!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2011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42316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7373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E8F5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78308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Tunnel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(Surfshark)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783080"/>
            <a:ext cx="5486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41732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274320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774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3774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38404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8F5F0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WireGuard's AllowedIPs = 160.79.104.0/23 handles routing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261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going through VPN?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6276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DNS line from the config. It forces VPN DNS which breaks split tunneling.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359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connect at all?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7249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private key and server public key match. Regenerate on Surfshark's manual setup page.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383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456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doesn't load?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3822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tunnel is active in WireGuard (green indicator). Try a different Surfshark server.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20624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B243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Verify:   tracert -d -h 5 claude.ai   vs   tracert -d -h 5 google.com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Split-Tunnel VPN for Claude — Setup Guide</dc:title>
  <dc:subject>PptxGenJS Presentation</dc:subject>
  <dc:creator>Claude</dc:creator>
  <cp:lastModifiedBy>Claude</cp:lastModifiedBy>
  <cp:revision>1</cp:revision>
  <dcterms:created xsi:type="dcterms:W3CDTF">2026-06-19T07:12:35Z</dcterms:created>
  <dcterms:modified xsi:type="dcterms:W3CDTF">2026-06-19T07:12:35Z</dcterms:modified>
</cp:coreProperties>
</file>